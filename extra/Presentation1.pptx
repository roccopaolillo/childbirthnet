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84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>
        <p:scale>
          <a:sx n="100" d="100"/>
          <a:sy n="100" d="100"/>
        </p:scale>
        <p:origin x="2592" y="-1128"/>
      </p:cViewPr>
      <p:guideLst>
        <p:guide orient="horz" pos="384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30022-66EA-4158-A03A-BF3EA10B51B9}" type="datetimeFigureOut">
              <a:rPr lang="it-IT" smtClean="0"/>
              <a:t>15/10/2025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27695-655C-4DAD-8EE6-CA8D6EE2BE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61657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30022-66EA-4158-A03A-BF3EA10B51B9}" type="datetimeFigureOut">
              <a:rPr lang="it-IT" smtClean="0"/>
              <a:t>15/10/2025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27695-655C-4DAD-8EE6-CA8D6EE2BE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219658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30022-66EA-4158-A03A-BF3EA10B51B9}" type="datetimeFigureOut">
              <a:rPr lang="it-IT" smtClean="0"/>
              <a:t>15/10/2025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27695-655C-4DAD-8EE6-CA8D6EE2BE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766682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30022-66EA-4158-A03A-BF3EA10B51B9}" type="datetimeFigureOut">
              <a:rPr lang="it-IT" smtClean="0"/>
              <a:t>15/10/2025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27695-655C-4DAD-8EE6-CA8D6EE2BE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448048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30022-66EA-4158-A03A-BF3EA10B51B9}" type="datetimeFigureOut">
              <a:rPr lang="it-IT" smtClean="0"/>
              <a:t>15/10/2025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27695-655C-4DAD-8EE6-CA8D6EE2BE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883905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30022-66EA-4158-A03A-BF3EA10B51B9}" type="datetimeFigureOut">
              <a:rPr lang="it-IT" smtClean="0"/>
              <a:t>15/10/2025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27695-655C-4DAD-8EE6-CA8D6EE2BE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94283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30022-66EA-4158-A03A-BF3EA10B51B9}" type="datetimeFigureOut">
              <a:rPr lang="it-IT" smtClean="0"/>
              <a:t>15/10/2025</a:t>
            </a:fld>
            <a:endParaRPr lang="it-I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27695-655C-4DAD-8EE6-CA8D6EE2BE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470146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30022-66EA-4158-A03A-BF3EA10B51B9}" type="datetimeFigureOut">
              <a:rPr lang="it-IT" smtClean="0"/>
              <a:t>15/10/2025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27695-655C-4DAD-8EE6-CA8D6EE2BE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373320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30022-66EA-4158-A03A-BF3EA10B51B9}" type="datetimeFigureOut">
              <a:rPr lang="it-IT" smtClean="0"/>
              <a:t>15/10/2025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27695-655C-4DAD-8EE6-CA8D6EE2BE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281549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30022-66EA-4158-A03A-BF3EA10B51B9}" type="datetimeFigureOut">
              <a:rPr lang="it-IT" smtClean="0"/>
              <a:t>15/10/2025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27695-655C-4DAD-8EE6-CA8D6EE2BE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17509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30022-66EA-4158-A03A-BF3EA10B51B9}" type="datetimeFigureOut">
              <a:rPr lang="it-IT" smtClean="0"/>
              <a:t>15/10/2025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27695-655C-4DAD-8EE6-CA8D6EE2BE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02946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E30022-66EA-4158-A03A-BF3EA10B51B9}" type="datetimeFigureOut">
              <a:rPr lang="it-IT" smtClean="0"/>
              <a:t>15/10/2025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127695-655C-4DAD-8EE6-CA8D6EE2BE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06390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1339EF5-B27E-B4E3-1E76-5DE17F3623C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84" t="6502" r="7620" b="4062"/>
          <a:stretch>
            <a:fillRect/>
          </a:stretch>
        </p:blipFill>
        <p:spPr>
          <a:xfrm>
            <a:off x="164118" y="154258"/>
            <a:ext cx="3264882" cy="33901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A6A19EC-EE48-F1D1-4980-591036CFBC43}"/>
              </a:ext>
            </a:extLst>
          </p:cNvPr>
          <p:cNvSpPr txBox="1"/>
          <p:nvPr/>
        </p:nvSpPr>
        <p:spPr>
          <a:xfrm>
            <a:off x="305936" y="3672196"/>
            <a:ext cx="3123064" cy="2753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lnSpc>
                <a:spcPts val="675"/>
              </a:lnSpc>
            </a:pPr>
            <a:r>
              <a:rPr lang="en-US" sz="800" dirty="0">
                <a:solidFill>
                  <a:srgbClr val="000000"/>
                </a:solidFill>
                <a:latin typeface="Lucida Console" panose="020B0609040504020204" pitchFamily="49" charset="0"/>
              </a:rPr>
              <a:t> Min. 1st Qu.  Median  Mean   3rd Qu. Max. </a:t>
            </a:r>
          </a:p>
          <a:p>
            <a:pPr latinLnBrk="1">
              <a:lnSpc>
                <a:spcPts val="675"/>
              </a:lnSpc>
            </a:pPr>
            <a:r>
              <a:rPr lang="en-US" sz="800" dirty="0">
                <a:solidFill>
                  <a:srgbClr val="000000"/>
                </a:solidFill>
                <a:latin typeface="Lucida Console" panose="020B0609040504020204" pitchFamily="49" charset="0"/>
              </a:rPr>
              <a:t> 0.00  58.00   86.00   89.18  117.00  260.00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A21C24-0F0B-FB6F-8D58-EA491CDF776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360" t="6322" r="7267" b="4604"/>
          <a:stretch>
            <a:fillRect/>
          </a:stretch>
        </p:blipFill>
        <p:spPr>
          <a:xfrm>
            <a:off x="3542781" y="120196"/>
            <a:ext cx="3151101" cy="32176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B454866-113A-DD0F-834C-972216C3CC32}"/>
              </a:ext>
            </a:extLst>
          </p:cNvPr>
          <p:cNvSpPr txBox="1"/>
          <p:nvPr/>
        </p:nvSpPr>
        <p:spPr>
          <a:xfrm>
            <a:off x="3542781" y="3655529"/>
            <a:ext cx="3151101" cy="277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lnSpc>
                <a:spcPts val="675"/>
              </a:lnSpc>
            </a:pPr>
            <a:r>
              <a:rPr lang="en-US" sz="800" dirty="0">
                <a:solidFill>
                  <a:srgbClr val="000000"/>
                </a:solidFill>
                <a:latin typeface="Lucida Console" panose="020B0609040504020204" pitchFamily="49" charset="0"/>
              </a:rPr>
              <a:t>Min.    1st Qu. Median  Mean    3rd Qu. Max. </a:t>
            </a:r>
          </a:p>
          <a:p>
            <a:pPr latinLnBrk="1">
              <a:lnSpc>
                <a:spcPts val="675"/>
              </a:lnSpc>
            </a:pPr>
            <a:r>
              <a:rPr lang="en-US" sz="800" dirty="0">
                <a:solidFill>
                  <a:srgbClr val="000000"/>
                </a:solidFill>
                <a:latin typeface="Lucida Console" panose="020B0609040504020204" pitchFamily="49" charset="0"/>
              </a:rPr>
              <a:t>0.0000  0.2231  0.3308  0.3430  0.4500  1.0000 </a:t>
            </a:r>
            <a:endParaRPr lang="it-IT" sz="8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43166F8-7158-18EB-DF2A-406CF69D0BC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7" t="7854" r="7619" b="5473"/>
          <a:stretch>
            <a:fillRect/>
          </a:stretch>
        </p:blipFill>
        <p:spPr>
          <a:xfrm>
            <a:off x="164117" y="4174368"/>
            <a:ext cx="3264881" cy="250193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62C0D6C-0652-7123-935A-9161FEABBD0D}"/>
              </a:ext>
            </a:extLst>
          </p:cNvPr>
          <p:cNvSpPr txBox="1"/>
          <p:nvPr/>
        </p:nvSpPr>
        <p:spPr>
          <a:xfrm>
            <a:off x="164116" y="6676298"/>
            <a:ext cx="3264882" cy="39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200"/>
              </a:lnSpc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Min. 1st Qu.  Median    Mean 3rd Qu.    Max. </a:t>
            </a:r>
          </a:p>
          <a:p>
            <a:pPr algn="l" latinLnBrk="1">
              <a:lnSpc>
                <a:spcPts val="1200"/>
              </a:lnSpc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0.00000 0.04976 0.10941 0.14401 0.20250 1.00000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5715F5A-CF26-04EF-B67E-27D3E53451B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869" t="8940" r="7705" b="5850"/>
          <a:stretch>
            <a:fillRect/>
          </a:stretch>
        </p:blipFill>
        <p:spPr>
          <a:xfrm>
            <a:off x="3457330" y="4212411"/>
            <a:ext cx="3236552" cy="242584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6C13F04-DC63-EB77-01E4-7E9A9B686633}"/>
              </a:ext>
            </a:extLst>
          </p:cNvPr>
          <p:cNvSpPr txBox="1"/>
          <p:nvPr/>
        </p:nvSpPr>
        <p:spPr>
          <a:xfrm>
            <a:off x="3403831" y="6638254"/>
            <a:ext cx="3429000" cy="39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200"/>
              </a:lnSpc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 Min.   1st Qu. Median  Mean   3rd Qu. Max. </a:t>
            </a:r>
          </a:p>
          <a:p>
            <a:pPr algn="l" latinLnBrk="1">
              <a:lnSpc>
                <a:spcPts val="1200"/>
              </a:lnSpc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 0.000  2.231   3.308   3.430  4.500  10.000 </a:t>
            </a:r>
          </a:p>
        </p:txBody>
      </p:sp>
    </p:spTree>
    <p:extLst>
      <p:ext uri="{BB962C8B-B14F-4D97-AF65-F5344CB8AC3E}">
        <p14:creationId xmlns:p14="http://schemas.microsoft.com/office/powerpoint/2010/main" val="31289841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</TotalTime>
  <Words>76</Words>
  <Application>Microsoft Office PowerPoint</Application>
  <PresentationFormat>Widescreen</PresentationFormat>
  <Paragraphs>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Lucida Console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Rocco Paolillo</dc:creator>
  <cp:lastModifiedBy>Rocco Paolillo</cp:lastModifiedBy>
  <cp:revision>1</cp:revision>
  <dcterms:created xsi:type="dcterms:W3CDTF">2025-10-15T12:43:21Z</dcterms:created>
  <dcterms:modified xsi:type="dcterms:W3CDTF">2025-10-15T13:03:44Z</dcterms:modified>
</cp:coreProperties>
</file>